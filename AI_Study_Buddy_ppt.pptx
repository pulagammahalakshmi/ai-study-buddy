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146847059" r:id="rId16"/>
    <p:sldId id="2146847060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ulagammahalakshmi-ai-study-buddy-app-g8uxlu.streamlit.app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IN" dirty="0"/>
              <a:t>AI-Powered Study Buddy 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P MAHA LAKSHMI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Swarnandhra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College Of Engineering And Technology ,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Seetharamapuram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, Andhra Pradesh.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CSD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252" y="1361990"/>
            <a:ext cx="5619212" cy="4793854"/>
          </a:xfrm>
        </p:spPr>
        <p:txBody>
          <a:bodyPr>
            <a:normAutofit/>
          </a:bodyPr>
          <a:lstStyle/>
          <a:p>
            <a:r>
              <a:rPr sz="2000" dirty="0"/>
              <a:t>Students often struggle to understand complex concepts while studying. Searching online gives long or irrelevant results, and teachers may not always be available. There is a need for a tool that can explain topics in simple terms, summarize study notes, and generate quizzes or flashcards on demand using AI.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A4906-8C29-592B-C385-17286508C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517" y="1232452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8541395" cy="270921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dirty="0"/>
              <a:t>• AI-powered learning assistant built with </a:t>
            </a:r>
            <a:r>
              <a:rPr dirty="0" err="1"/>
              <a:t>Streamlit</a:t>
            </a:r>
            <a:r>
              <a:rPr dirty="0"/>
              <a:t> and </a:t>
            </a:r>
            <a:r>
              <a:rPr dirty="0" err="1"/>
              <a:t>Groq</a:t>
            </a:r>
            <a:r>
              <a:rPr dirty="0"/>
              <a:t> LLM.</a:t>
            </a:r>
          </a:p>
          <a:p>
            <a:r>
              <a:rPr dirty="0"/>
              <a:t>• Upload PDF notes or paste study material.</a:t>
            </a:r>
          </a:p>
          <a:p>
            <a:r>
              <a:rPr dirty="0"/>
              <a:t>• Generate summaries, quizzes, and flashcards automatically.</a:t>
            </a:r>
          </a:p>
          <a:p>
            <a:r>
              <a:rPr dirty="0"/>
              <a:t>• Explain topics at Beginner, Intermediate, and Advanced levels.</a:t>
            </a:r>
          </a:p>
          <a:p>
            <a:r>
              <a:rPr dirty="0"/>
              <a:t>• AI Tutor provides personalized doubt-solving support.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DCEAF-F115-1880-DF16-EBADFAABB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69" y="3989556"/>
            <a:ext cx="11916461" cy="187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345402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Technologies Used:</a:t>
            </a:r>
          </a:p>
          <a:p>
            <a:r>
              <a:rPr dirty="0"/>
              <a:t>• Python</a:t>
            </a:r>
          </a:p>
          <a:p>
            <a:r>
              <a:rPr dirty="0"/>
              <a:t>• </a:t>
            </a:r>
            <a:r>
              <a:rPr dirty="0" err="1"/>
              <a:t>Streamlit</a:t>
            </a:r>
            <a:endParaRPr dirty="0"/>
          </a:p>
          <a:p>
            <a:r>
              <a:rPr dirty="0"/>
              <a:t>• </a:t>
            </a:r>
            <a:r>
              <a:rPr dirty="0" err="1"/>
              <a:t>Groq</a:t>
            </a:r>
            <a:r>
              <a:rPr dirty="0"/>
              <a:t> API (Llama 3.3)</a:t>
            </a:r>
          </a:p>
          <a:p>
            <a:r>
              <a:rPr dirty="0"/>
              <a:t>• PyPDF2</a:t>
            </a:r>
          </a:p>
          <a:p>
            <a:r>
              <a:rPr dirty="0"/>
              <a:t>• python-</a:t>
            </a:r>
            <a:r>
              <a:rPr dirty="0" err="1"/>
              <a:t>dotenv</a:t>
            </a:r>
            <a:endParaRPr dirty="0"/>
          </a:p>
          <a:p>
            <a:endParaRPr dirty="0"/>
          </a:p>
          <a:p>
            <a:r>
              <a:rPr dirty="0"/>
              <a:t>Modules:</a:t>
            </a:r>
          </a:p>
          <a:p>
            <a:r>
              <a:rPr dirty="0"/>
              <a:t>• Topic Explainer</a:t>
            </a:r>
          </a:p>
          <a:p>
            <a:r>
              <a:rPr dirty="0"/>
              <a:t>• Notes Summarizer</a:t>
            </a:r>
          </a:p>
          <a:p>
            <a:r>
              <a:rPr dirty="0"/>
              <a:t>• Quiz Generator</a:t>
            </a:r>
          </a:p>
          <a:p>
            <a:r>
              <a:rPr dirty="0"/>
              <a:t>• Flashcard Generator</a:t>
            </a:r>
          </a:p>
          <a:p>
            <a:r>
              <a:rPr dirty="0"/>
              <a:t>• AI Tutor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AA836F-9D7C-2367-E872-DD0F39EC7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959" y="1098837"/>
            <a:ext cx="2745041" cy="26538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32190D5-52E2-10F5-96CD-3BAC5F6B7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959" y="4052846"/>
            <a:ext cx="3539959" cy="26538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A22D78-A46E-E68F-4E2B-A8B0E175E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055" y="884969"/>
            <a:ext cx="4553586" cy="287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295098"/>
            <a:ext cx="3888395" cy="4687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Algorithm:</a:t>
            </a:r>
          </a:p>
          <a:p>
            <a:r>
              <a:rPr dirty="0"/>
              <a:t>1. User uploads PDF or enters notes.</a:t>
            </a:r>
          </a:p>
          <a:p>
            <a:r>
              <a:rPr dirty="0"/>
              <a:t>2. Text is extracted using PyPDF2.</a:t>
            </a:r>
          </a:p>
          <a:p>
            <a:r>
              <a:rPr dirty="0"/>
              <a:t>3. Prompt is generated based on selected feature.</a:t>
            </a:r>
          </a:p>
          <a:p>
            <a:r>
              <a:rPr dirty="0"/>
              <a:t>4. </a:t>
            </a:r>
            <a:r>
              <a:rPr dirty="0" err="1"/>
              <a:t>Groq</a:t>
            </a:r>
            <a:r>
              <a:rPr dirty="0"/>
              <a:t> LLM processes the prompt.</a:t>
            </a:r>
          </a:p>
          <a:p>
            <a:r>
              <a:rPr dirty="0"/>
              <a:t>5. Results are displayed in </a:t>
            </a:r>
            <a:r>
              <a:rPr dirty="0" err="1"/>
              <a:t>Streamlit</a:t>
            </a:r>
            <a:r>
              <a:rPr dirty="0"/>
              <a:t> UI.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Deployment:</a:t>
            </a:r>
          </a:p>
          <a:p>
            <a:r>
              <a:rPr dirty="0"/>
              <a:t>• GitHub Repository</a:t>
            </a:r>
          </a:p>
          <a:p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Community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01AEB-E935-2DA7-BABB-44EEB2236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54" y="1295098"/>
            <a:ext cx="7641946" cy="509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402144"/>
            <a:ext cx="4137111" cy="3306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Project Results:</a:t>
            </a:r>
          </a:p>
          <a:p>
            <a:r>
              <a:rPr dirty="0"/>
              <a:t>• Successfully summarizes study notes.</a:t>
            </a:r>
          </a:p>
          <a:p>
            <a:r>
              <a:rPr dirty="0"/>
              <a:t>• Generates MCQ quizzes with answers.</a:t>
            </a:r>
          </a:p>
          <a:p>
            <a:r>
              <a:rPr dirty="0"/>
              <a:t>• Creates revision flashcards.</a:t>
            </a:r>
          </a:p>
          <a:p>
            <a:r>
              <a:rPr dirty="0"/>
              <a:t>• Explains complex topics in simple language.</a:t>
            </a:r>
          </a:p>
          <a:p>
            <a:r>
              <a:rPr dirty="0"/>
              <a:t>• Provides interactive AI tutoring experience.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DC79F8-1859-C966-F7D2-2224F3618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510" y="833932"/>
            <a:ext cx="6663862" cy="532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5105271" cy="4673324"/>
          </a:xfrm>
        </p:spPr>
        <p:txBody>
          <a:bodyPr>
            <a:normAutofit/>
          </a:bodyPr>
          <a:lstStyle/>
          <a:p>
            <a:r>
              <a:rPr dirty="0"/>
              <a:t>The AI Study Buddy simplifies learning by combining summarization, topic explanation, quizzes, flashcards, and AI tutoring into one platform. It improves learning efficiency and helps students prepare effectively.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4671B-AD6B-DCF5-97BD-E0A6BA5D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37" y="1431836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2" y="2058881"/>
            <a:ext cx="261532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• Voice-enabled AI Tutor</a:t>
            </a:r>
          </a:p>
          <a:p>
            <a:r>
              <a:rPr dirty="0"/>
              <a:t>• Multi-language support</a:t>
            </a:r>
          </a:p>
          <a:p>
            <a:r>
              <a:rPr dirty="0"/>
              <a:t>• Personalized learning recommendations</a:t>
            </a:r>
          </a:p>
          <a:p>
            <a:r>
              <a:rPr dirty="0"/>
              <a:t>• Student progress tracking</a:t>
            </a:r>
          </a:p>
          <a:p>
            <a:r>
              <a:rPr dirty="0"/>
              <a:t>• OCR support for scanned PDFs</a:t>
            </a:r>
          </a:p>
          <a:p>
            <a:r>
              <a:rPr dirty="0"/>
              <a:t>• Mobile application integration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1C759A-B1EC-8FAB-7C54-E0000E3B7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152" y="1108454"/>
            <a:ext cx="7993075" cy="504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hlinkClick r:id="rId2"/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  https://github.com/PulagamMahalakshmi/AI-Study-Buddy</a:t>
            </a:r>
          </a:p>
          <a:p>
            <a:r>
              <a:rPr lang="en-IN" dirty="0"/>
              <a:t>Deployment Link:  https://pulagammahalakshmi-ai-study-buddy-app-g8uxlu.streamlit.app/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dirty="0"/>
              <a:t>User Input (PDF/Note</a:t>
            </a:r>
            <a:r>
              <a:rPr lang="en-IN" dirty="0"/>
              <a:t>s)</a:t>
            </a:r>
          </a:p>
          <a:p>
            <a:pPr marL="0" indent="0" algn="ctr">
              <a:buNone/>
            </a:pPr>
            <a:r>
              <a:rPr lang="en-IN" dirty="0"/>
              <a:t>       ↓</a:t>
            </a:r>
          </a:p>
          <a:p>
            <a:pPr algn="ctr"/>
            <a:r>
              <a:rPr dirty="0"/>
              <a:t>PyPDF2 Text Extraction</a:t>
            </a:r>
          </a:p>
          <a:p>
            <a:pPr marL="0" indent="0" algn="ctr">
              <a:buNone/>
            </a:pPr>
            <a:r>
              <a:rPr lang="en-US" dirty="0"/>
              <a:t>      </a:t>
            </a:r>
            <a:r>
              <a:rPr dirty="0"/>
              <a:t>↓</a:t>
            </a:r>
          </a:p>
          <a:p>
            <a:pPr algn="ctr"/>
            <a:r>
              <a:rPr dirty="0"/>
              <a:t>Prompt Engineering</a:t>
            </a:r>
          </a:p>
          <a:p>
            <a:pPr marL="0" indent="0" algn="ctr">
              <a:buNone/>
            </a:pPr>
            <a:r>
              <a:rPr lang="en-US" dirty="0"/>
              <a:t>     </a:t>
            </a:r>
            <a:r>
              <a:rPr dirty="0"/>
              <a:t>↓</a:t>
            </a:r>
          </a:p>
          <a:p>
            <a:pPr algn="ctr"/>
            <a:r>
              <a:rPr dirty="0" err="1"/>
              <a:t>Groq</a:t>
            </a:r>
            <a:r>
              <a:rPr dirty="0"/>
              <a:t> Llama 3.3 Model</a:t>
            </a:r>
          </a:p>
          <a:p>
            <a:pPr marL="0" indent="0" algn="ctr">
              <a:buNone/>
            </a:pPr>
            <a:r>
              <a:rPr lang="en-US" dirty="0"/>
              <a:t>    </a:t>
            </a:r>
            <a:r>
              <a:rPr dirty="0"/>
              <a:t>↓</a:t>
            </a:r>
          </a:p>
          <a:p>
            <a:pPr algn="ctr"/>
            <a:r>
              <a:rPr dirty="0"/>
              <a:t>Summary • Quiz • Flashcards • AI Tutor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4568709" cy="4673324"/>
          </a:xfrm>
        </p:spPr>
        <p:txBody>
          <a:bodyPr/>
          <a:lstStyle/>
          <a:p>
            <a:r>
              <a:rPr dirty="0"/>
              <a:t>• Personalized AI-powered learning support</a:t>
            </a:r>
          </a:p>
          <a:p>
            <a:r>
              <a:rPr dirty="0"/>
              <a:t>• Faster revision through summaries</a:t>
            </a:r>
          </a:p>
          <a:p>
            <a:r>
              <a:rPr dirty="0"/>
              <a:t>• Automated MCQ quiz generation</a:t>
            </a:r>
          </a:p>
          <a:p>
            <a:r>
              <a:rPr dirty="0"/>
              <a:t>• Smart flashcards for retention</a:t>
            </a:r>
          </a:p>
          <a:p>
            <a:r>
              <a:rPr dirty="0"/>
              <a:t>• Scalable cloud deployment using </a:t>
            </a:r>
            <a:r>
              <a:rPr dirty="0" err="1"/>
              <a:t>Streamlit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9AD2B-9C17-DD3F-33D5-DEFBB7751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01" y="1092338"/>
            <a:ext cx="6771437" cy="46733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1075</TotalTime>
  <Words>478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AI-Powered Study Buddy 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System Architecture</vt:lpstr>
      <vt:lpstr>Key Features &amp; Impact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pulagummahalakshmi@outlook.com</cp:lastModifiedBy>
  <cp:revision>42</cp:revision>
  <dcterms:created xsi:type="dcterms:W3CDTF">2021-05-26T16:50:10Z</dcterms:created>
  <dcterms:modified xsi:type="dcterms:W3CDTF">2026-06-12T16:10:59Z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